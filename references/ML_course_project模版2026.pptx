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466" r:id="rId2"/>
  </p:sldIdLst>
  <p:sldSz cx="30240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1A2"/>
    <a:srgbClr val="ED6D00"/>
    <a:srgbClr val="10383C"/>
    <a:srgbClr val="ED7D31"/>
    <a:srgbClr val="5297BA"/>
    <a:srgbClr val="9FAFC8"/>
    <a:srgbClr val="C8D0D3"/>
    <a:srgbClr val="0576A4"/>
    <a:srgbClr val="00A4B3"/>
    <a:srgbClr val="A3CB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40" autoAdjust="0"/>
    <p:restoredTop sz="94660"/>
  </p:normalViewPr>
  <p:slideViewPr>
    <p:cSldViewPr snapToGrid="0">
      <p:cViewPr>
        <p:scale>
          <a:sx n="30" d="100"/>
          <a:sy n="30" d="100"/>
        </p:scale>
        <p:origin x="20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4BCC7-9C92-9A45-BED3-76B594CA6C8B}" type="datetimeFigureOut">
              <a:rPr kumimoji="1" lang="zh-CN" altLang="en-US" smtClean="0"/>
              <a:t>2026/5/22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8F9F0-2A02-C844-90F2-2C6342D4B0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7070108"/>
            <a:ext cx="25704245" cy="15040222"/>
          </a:xfrm>
        </p:spPr>
        <p:txBody>
          <a:bodyPr anchor="b"/>
          <a:lstStyle>
            <a:lvl1pPr algn="ctr">
              <a:defRPr sz="198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690338"/>
            <a:ext cx="22680216" cy="10430151"/>
          </a:xfrm>
        </p:spPr>
        <p:txBody>
          <a:bodyPr/>
          <a:lstStyle>
            <a:lvl1pPr marL="0" indent="0" algn="ctr">
              <a:buNone/>
              <a:defRPr sz="7935"/>
            </a:lvl1pPr>
            <a:lvl2pPr marL="1511935" indent="0" algn="ctr">
              <a:buNone/>
              <a:defRPr sz="6615"/>
            </a:lvl2pPr>
            <a:lvl3pPr marL="3023870" indent="0" algn="ctr">
              <a:buNone/>
              <a:defRPr sz="5955"/>
            </a:lvl3pPr>
            <a:lvl4pPr marL="4535805" indent="0" algn="ctr">
              <a:buNone/>
              <a:defRPr sz="5290"/>
            </a:lvl4pPr>
            <a:lvl5pPr marL="6047740" indent="0" algn="ctr">
              <a:buNone/>
              <a:defRPr sz="5290"/>
            </a:lvl5pPr>
            <a:lvl6pPr marL="7560310" indent="0" algn="ctr">
              <a:buNone/>
              <a:defRPr sz="5290"/>
            </a:lvl6pPr>
            <a:lvl7pPr marL="9072245" indent="0" algn="ctr">
              <a:buNone/>
              <a:defRPr sz="5290"/>
            </a:lvl7pPr>
            <a:lvl8pPr marL="10584180" indent="0" algn="ctr">
              <a:buNone/>
              <a:defRPr sz="5290"/>
            </a:lvl8pPr>
            <a:lvl9pPr marL="12096115" indent="0" algn="ctr">
              <a:buNone/>
              <a:defRPr sz="529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770172"/>
            <a:ext cx="26082248" cy="17970262"/>
          </a:xfrm>
        </p:spPr>
        <p:txBody>
          <a:bodyPr anchor="b"/>
          <a:lstStyle>
            <a:lvl1pPr>
              <a:defRPr sz="198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910440"/>
            <a:ext cx="26082248" cy="9450136"/>
          </a:xfrm>
        </p:spPr>
        <p:txBody>
          <a:bodyPr/>
          <a:lstStyle>
            <a:lvl1pPr marL="0" indent="0">
              <a:buNone/>
              <a:defRPr sz="7935">
                <a:solidFill>
                  <a:schemeClr val="tx1"/>
                </a:solidFill>
              </a:defRPr>
            </a:lvl1pPr>
            <a:lvl2pPr marL="1511935" indent="0">
              <a:buNone/>
              <a:defRPr sz="6615">
                <a:solidFill>
                  <a:schemeClr val="tx1">
                    <a:tint val="75000"/>
                  </a:schemeClr>
                </a:solidFill>
              </a:defRPr>
            </a:lvl2pPr>
            <a:lvl3pPr marL="3023870" indent="0">
              <a:buNone/>
              <a:defRPr sz="5955">
                <a:solidFill>
                  <a:schemeClr val="tx1">
                    <a:tint val="75000"/>
                  </a:schemeClr>
                </a:solidFill>
              </a:defRPr>
            </a:lvl3pPr>
            <a:lvl4pPr marL="4535805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4pPr>
            <a:lvl5pPr marL="6047740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5pPr>
            <a:lvl6pPr marL="7560310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6pPr>
            <a:lvl7pPr marL="9072245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7pPr>
            <a:lvl8pPr marL="10584180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8pPr>
            <a:lvl9pPr marL="12096115" indent="0">
              <a:buNone/>
              <a:defRPr sz="52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500170"/>
            <a:ext cx="12852122" cy="274104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500170"/>
            <a:ext cx="12852122" cy="274104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300044"/>
            <a:ext cx="26082248" cy="8350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590160"/>
            <a:ext cx="12793057" cy="5190073"/>
          </a:xfrm>
        </p:spPr>
        <p:txBody>
          <a:bodyPr anchor="b"/>
          <a:lstStyle>
            <a:lvl1pPr marL="0" indent="0">
              <a:buNone/>
              <a:defRPr sz="7935" b="1"/>
            </a:lvl1pPr>
            <a:lvl2pPr marL="1511935" indent="0">
              <a:buNone/>
              <a:defRPr sz="6615" b="1"/>
            </a:lvl2pPr>
            <a:lvl3pPr marL="3023870" indent="0">
              <a:buNone/>
              <a:defRPr sz="5955" b="1"/>
            </a:lvl3pPr>
            <a:lvl4pPr marL="4535805" indent="0">
              <a:buNone/>
              <a:defRPr sz="5290" b="1"/>
            </a:lvl4pPr>
            <a:lvl5pPr marL="6047740" indent="0">
              <a:buNone/>
              <a:defRPr sz="5290" b="1"/>
            </a:lvl5pPr>
            <a:lvl6pPr marL="7560310" indent="0">
              <a:buNone/>
              <a:defRPr sz="5290" b="1"/>
            </a:lvl6pPr>
            <a:lvl7pPr marL="9072245" indent="0">
              <a:buNone/>
              <a:defRPr sz="5290" b="1"/>
            </a:lvl7pPr>
            <a:lvl8pPr marL="10584180" indent="0">
              <a:buNone/>
              <a:defRPr sz="5290" b="1"/>
            </a:lvl8pPr>
            <a:lvl9pPr marL="12096115" indent="0">
              <a:buNone/>
              <a:defRPr sz="52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780233"/>
            <a:ext cx="12793057" cy="232103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590160"/>
            <a:ext cx="12856061" cy="5190073"/>
          </a:xfrm>
        </p:spPr>
        <p:txBody>
          <a:bodyPr anchor="b"/>
          <a:lstStyle>
            <a:lvl1pPr marL="0" indent="0">
              <a:buNone/>
              <a:defRPr sz="7935" b="1"/>
            </a:lvl1pPr>
            <a:lvl2pPr marL="1511935" indent="0">
              <a:buNone/>
              <a:defRPr sz="6615" b="1"/>
            </a:lvl2pPr>
            <a:lvl3pPr marL="3023870" indent="0">
              <a:buNone/>
              <a:defRPr sz="5955" b="1"/>
            </a:lvl3pPr>
            <a:lvl4pPr marL="4535805" indent="0">
              <a:buNone/>
              <a:defRPr sz="5290" b="1"/>
            </a:lvl4pPr>
            <a:lvl5pPr marL="6047740" indent="0">
              <a:buNone/>
              <a:defRPr sz="5290" b="1"/>
            </a:lvl5pPr>
            <a:lvl6pPr marL="7560310" indent="0">
              <a:buNone/>
              <a:defRPr sz="5290" b="1"/>
            </a:lvl6pPr>
            <a:lvl7pPr marL="9072245" indent="0">
              <a:buNone/>
              <a:defRPr sz="5290" b="1"/>
            </a:lvl7pPr>
            <a:lvl8pPr marL="10584180" indent="0">
              <a:buNone/>
              <a:defRPr sz="5290" b="1"/>
            </a:lvl8pPr>
            <a:lvl9pPr marL="12096115" indent="0">
              <a:buNone/>
              <a:defRPr sz="529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780233"/>
            <a:ext cx="12856061" cy="232103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80042"/>
            <a:ext cx="9753280" cy="10080149"/>
          </a:xfrm>
        </p:spPr>
        <p:txBody>
          <a:bodyPr anchor="b"/>
          <a:lstStyle>
            <a:lvl1pPr>
              <a:defRPr sz="1058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6061" y="6220102"/>
            <a:ext cx="15309146" cy="30700453"/>
          </a:xfrm>
        </p:spPr>
        <p:txBody>
          <a:bodyPr/>
          <a:lstStyle>
            <a:lvl1pPr>
              <a:defRPr sz="10585"/>
            </a:lvl1pPr>
            <a:lvl2pPr>
              <a:defRPr sz="9260"/>
            </a:lvl2pPr>
            <a:lvl3pPr>
              <a:defRPr sz="7935"/>
            </a:lvl3pPr>
            <a:lvl4pPr>
              <a:defRPr sz="6615"/>
            </a:lvl4pPr>
            <a:lvl5pPr>
              <a:defRPr sz="6615"/>
            </a:lvl5pPr>
            <a:lvl6pPr>
              <a:defRPr sz="6615"/>
            </a:lvl6pPr>
            <a:lvl7pPr>
              <a:defRPr sz="6615"/>
            </a:lvl7pPr>
            <a:lvl8pPr>
              <a:defRPr sz="6615"/>
            </a:lvl8pPr>
            <a:lvl9pPr>
              <a:defRPr sz="661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960191"/>
            <a:ext cx="9753280" cy="24010358"/>
          </a:xfrm>
        </p:spPr>
        <p:txBody>
          <a:bodyPr/>
          <a:lstStyle>
            <a:lvl1pPr marL="0" indent="0">
              <a:buNone/>
              <a:defRPr sz="5290"/>
            </a:lvl1pPr>
            <a:lvl2pPr marL="1511935" indent="0">
              <a:buNone/>
              <a:defRPr sz="4630"/>
            </a:lvl2pPr>
            <a:lvl3pPr marL="3023870" indent="0">
              <a:buNone/>
              <a:defRPr sz="3970"/>
            </a:lvl3pPr>
            <a:lvl4pPr marL="4535805" indent="0">
              <a:buNone/>
              <a:defRPr sz="3305"/>
            </a:lvl4pPr>
            <a:lvl5pPr marL="6047740" indent="0">
              <a:buNone/>
              <a:defRPr sz="3305"/>
            </a:lvl5pPr>
            <a:lvl6pPr marL="7560310" indent="0">
              <a:buNone/>
              <a:defRPr sz="3305"/>
            </a:lvl6pPr>
            <a:lvl7pPr marL="9072245" indent="0">
              <a:buNone/>
              <a:defRPr sz="3305"/>
            </a:lvl7pPr>
            <a:lvl8pPr marL="10584180" indent="0">
              <a:buNone/>
              <a:defRPr sz="3305"/>
            </a:lvl8pPr>
            <a:lvl9pPr marL="12096115" indent="0">
              <a:buNone/>
              <a:defRPr sz="33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880042"/>
            <a:ext cx="9753280" cy="10080149"/>
          </a:xfrm>
        </p:spPr>
        <p:txBody>
          <a:bodyPr anchor="b"/>
          <a:lstStyle>
            <a:lvl1pPr>
              <a:defRPr sz="1058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56061" y="6220102"/>
            <a:ext cx="15309146" cy="30700453"/>
          </a:xfrm>
        </p:spPr>
        <p:txBody>
          <a:bodyPr anchor="t"/>
          <a:lstStyle>
            <a:lvl1pPr marL="0" indent="0">
              <a:buNone/>
              <a:defRPr sz="10585"/>
            </a:lvl1pPr>
            <a:lvl2pPr marL="1511935" indent="0">
              <a:buNone/>
              <a:defRPr sz="9260"/>
            </a:lvl2pPr>
            <a:lvl3pPr marL="3023870" indent="0">
              <a:buNone/>
              <a:defRPr sz="7935"/>
            </a:lvl3pPr>
            <a:lvl4pPr marL="4535805" indent="0">
              <a:buNone/>
              <a:defRPr sz="6615"/>
            </a:lvl4pPr>
            <a:lvl5pPr marL="6047740" indent="0">
              <a:buNone/>
              <a:defRPr sz="6615"/>
            </a:lvl5pPr>
            <a:lvl6pPr marL="7560310" indent="0">
              <a:buNone/>
              <a:defRPr sz="6615"/>
            </a:lvl6pPr>
            <a:lvl7pPr marL="9072245" indent="0">
              <a:buNone/>
              <a:defRPr sz="6615"/>
            </a:lvl7pPr>
            <a:lvl8pPr marL="10584180" indent="0">
              <a:buNone/>
              <a:defRPr sz="6615"/>
            </a:lvl8pPr>
            <a:lvl9pPr marL="12096115" indent="0">
              <a:buNone/>
              <a:defRPr sz="661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2959" y="12960191"/>
            <a:ext cx="9753280" cy="24010358"/>
          </a:xfrm>
        </p:spPr>
        <p:txBody>
          <a:bodyPr/>
          <a:lstStyle>
            <a:lvl1pPr marL="0" indent="0">
              <a:buNone/>
              <a:defRPr sz="5290"/>
            </a:lvl1pPr>
            <a:lvl2pPr marL="1511935" indent="0">
              <a:buNone/>
              <a:defRPr sz="4630"/>
            </a:lvl2pPr>
            <a:lvl3pPr marL="3023870" indent="0">
              <a:buNone/>
              <a:defRPr sz="3970"/>
            </a:lvl3pPr>
            <a:lvl4pPr marL="4535805" indent="0">
              <a:buNone/>
              <a:defRPr sz="3305"/>
            </a:lvl4pPr>
            <a:lvl5pPr marL="6047740" indent="0">
              <a:buNone/>
              <a:defRPr sz="3305"/>
            </a:lvl5pPr>
            <a:lvl6pPr marL="7560310" indent="0">
              <a:buNone/>
              <a:defRPr sz="3305"/>
            </a:lvl6pPr>
            <a:lvl7pPr marL="9072245" indent="0">
              <a:buNone/>
              <a:defRPr sz="3305"/>
            </a:lvl7pPr>
            <a:lvl8pPr marL="10584180" indent="0">
              <a:buNone/>
              <a:defRPr sz="3305"/>
            </a:lvl8pPr>
            <a:lvl9pPr marL="12096115" indent="0">
              <a:buNone/>
              <a:defRPr sz="33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40708" y="2300034"/>
            <a:ext cx="6520562" cy="366105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9021" y="2300034"/>
            <a:ext cx="19183683" cy="366105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2300044"/>
            <a:ext cx="26082248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11500170"/>
            <a:ext cx="26082248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9020" y="40040601"/>
            <a:ext cx="6804065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DB7F8-A6D1-47A9-A93A-3E8EAE0F06F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17096" y="40040601"/>
            <a:ext cx="10206097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57203" y="40040601"/>
            <a:ext cx="6804065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B62BE-74FF-4272-BDC0-3D043B4987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023870" rtl="0" eaLnBrk="1" latinLnBrk="0" hangingPunct="1">
        <a:lnSpc>
          <a:spcPct val="90000"/>
        </a:lnSpc>
        <a:spcBef>
          <a:spcPct val="0"/>
        </a:spcBef>
        <a:buNone/>
        <a:defRPr sz="14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285" indent="-756285" algn="l" defTabSz="3023870" rtl="0" eaLnBrk="1" latinLnBrk="0" hangingPunct="1">
        <a:lnSpc>
          <a:spcPct val="90000"/>
        </a:lnSpc>
        <a:spcBef>
          <a:spcPts val="3305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+mn-lt"/>
          <a:ea typeface="+mn-ea"/>
          <a:cs typeface="+mn-cs"/>
        </a:defRPr>
      </a:lvl1pPr>
      <a:lvl2pPr marL="2268220" indent="-756285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35" kern="1200">
          <a:solidFill>
            <a:schemeClr val="tx1"/>
          </a:solidFill>
          <a:latin typeface="+mn-lt"/>
          <a:ea typeface="+mn-ea"/>
          <a:cs typeface="+mn-cs"/>
        </a:defRPr>
      </a:lvl2pPr>
      <a:lvl3pPr marL="3780155" indent="-756285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3pPr>
      <a:lvl4pPr marL="5292090" indent="-756285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5" kern="1200">
          <a:solidFill>
            <a:schemeClr val="tx1"/>
          </a:solidFill>
          <a:latin typeface="+mn-lt"/>
          <a:ea typeface="+mn-ea"/>
          <a:cs typeface="+mn-cs"/>
        </a:defRPr>
      </a:lvl4pPr>
      <a:lvl5pPr marL="6804025" indent="-756285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5" kern="1200">
          <a:solidFill>
            <a:schemeClr val="tx1"/>
          </a:solidFill>
          <a:latin typeface="+mn-lt"/>
          <a:ea typeface="+mn-ea"/>
          <a:cs typeface="+mn-cs"/>
        </a:defRPr>
      </a:lvl5pPr>
      <a:lvl6pPr marL="8315960" indent="-756285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5" kern="1200">
          <a:solidFill>
            <a:schemeClr val="tx1"/>
          </a:solidFill>
          <a:latin typeface="+mn-lt"/>
          <a:ea typeface="+mn-ea"/>
          <a:cs typeface="+mn-cs"/>
        </a:defRPr>
      </a:lvl6pPr>
      <a:lvl7pPr marL="9827895" indent="-756285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5" kern="1200">
          <a:solidFill>
            <a:schemeClr val="tx1"/>
          </a:solidFill>
          <a:latin typeface="+mn-lt"/>
          <a:ea typeface="+mn-ea"/>
          <a:cs typeface="+mn-cs"/>
        </a:defRPr>
      </a:lvl7pPr>
      <a:lvl8pPr marL="11339830" indent="-756285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5" kern="1200">
          <a:solidFill>
            <a:schemeClr val="tx1"/>
          </a:solidFill>
          <a:latin typeface="+mn-lt"/>
          <a:ea typeface="+mn-ea"/>
          <a:cs typeface="+mn-cs"/>
        </a:defRPr>
      </a:lvl8pPr>
      <a:lvl9pPr marL="12851765" indent="-756285" algn="l" defTabSz="3023870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3870" rtl="0" eaLnBrk="1" latinLnBrk="0" hangingPunct="1">
        <a:defRPr sz="5955" kern="1200">
          <a:solidFill>
            <a:schemeClr val="tx1"/>
          </a:solidFill>
          <a:latin typeface="+mn-lt"/>
          <a:ea typeface="+mn-ea"/>
          <a:cs typeface="+mn-cs"/>
        </a:defRPr>
      </a:lvl1pPr>
      <a:lvl2pPr marL="1511935" algn="l" defTabSz="3023870" rtl="0" eaLnBrk="1" latinLnBrk="0" hangingPunct="1">
        <a:defRPr sz="5955" kern="1200">
          <a:solidFill>
            <a:schemeClr val="tx1"/>
          </a:solidFill>
          <a:latin typeface="+mn-lt"/>
          <a:ea typeface="+mn-ea"/>
          <a:cs typeface="+mn-cs"/>
        </a:defRPr>
      </a:lvl2pPr>
      <a:lvl3pPr marL="3023870" algn="l" defTabSz="3023870" rtl="0" eaLnBrk="1" latinLnBrk="0" hangingPunct="1">
        <a:defRPr sz="5955" kern="1200">
          <a:solidFill>
            <a:schemeClr val="tx1"/>
          </a:solidFill>
          <a:latin typeface="+mn-lt"/>
          <a:ea typeface="+mn-ea"/>
          <a:cs typeface="+mn-cs"/>
        </a:defRPr>
      </a:lvl3pPr>
      <a:lvl4pPr marL="4535805" algn="l" defTabSz="3023870" rtl="0" eaLnBrk="1" latinLnBrk="0" hangingPunct="1">
        <a:defRPr sz="5955" kern="1200">
          <a:solidFill>
            <a:schemeClr val="tx1"/>
          </a:solidFill>
          <a:latin typeface="+mn-lt"/>
          <a:ea typeface="+mn-ea"/>
          <a:cs typeface="+mn-cs"/>
        </a:defRPr>
      </a:lvl4pPr>
      <a:lvl5pPr marL="6047740" algn="l" defTabSz="3023870" rtl="0" eaLnBrk="1" latinLnBrk="0" hangingPunct="1">
        <a:defRPr sz="5955" kern="1200">
          <a:solidFill>
            <a:schemeClr val="tx1"/>
          </a:solidFill>
          <a:latin typeface="+mn-lt"/>
          <a:ea typeface="+mn-ea"/>
          <a:cs typeface="+mn-cs"/>
        </a:defRPr>
      </a:lvl5pPr>
      <a:lvl6pPr marL="7560310" algn="l" defTabSz="3023870" rtl="0" eaLnBrk="1" latinLnBrk="0" hangingPunct="1">
        <a:defRPr sz="5955" kern="1200">
          <a:solidFill>
            <a:schemeClr val="tx1"/>
          </a:solidFill>
          <a:latin typeface="+mn-lt"/>
          <a:ea typeface="+mn-ea"/>
          <a:cs typeface="+mn-cs"/>
        </a:defRPr>
      </a:lvl6pPr>
      <a:lvl7pPr marL="9072245" algn="l" defTabSz="3023870" rtl="0" eaLnBrk="1" latinLnBrk="0" hangingPunct="1">
        <a:defRPr sz="5955" kern="1200">
          <a:solidFill>
            <a:schemeClr val="tx1"/>
          </a:solidFill>
          <a:latin typeface="+mn-lt"/>
          <a:ea typeface="+mn-ea"/>
          <a:cs typeface="+mn-cs"/>
        </a:defRPr>
      </a:lvl7pPr>
      <a:lvl8pPr marL="10584180" algn="l" defTabSz="3023870" rtl="0" eaLnBrk="1" latinLnBrk="0" hangingPunct="1">
        <a:defRPr sz="5955" kern="1200">
          <a:solidFill>
            <a:schemeClr val="tx1"/>
          </a:solidFill>
          <a:latin typeface="+mn-lt"/>
          <a:ea typeface="+mn-ea"/>
          <a:cs typeface="+mn-cs"/>
        </a:defRPr>
      </a:lvl8pPr>
      <a:lvl9pPr marL="12096115" algn="l" defTabSz="3023870" rtl="0" eaLnBrk="1" latinLnBrk="0" hangingPunct="1">
        <a:defRPr sz="59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流程图: 手动输入 16"/>
          <p:cNvSpPr/>
          <p:nvPr/>
        </p:nvSpPr>
        <p:spPr>
          <a:xfrm rot="5400000">
            <a:off x="4035201" y="3006898"/>
            <a:ext cx="1160586" cy="6264186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248 w 10000"/>
              <a:gd name="connsiteY0-2" fmla="*/ 1542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248 w 10000"/>
              <a:gd name="connsiteY4-10" fmla="*/ 1542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248" y="1542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83" y="7181"/>
                  <a:pt x="165" y="4361"/>
                  <a:pt x="248" y="154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2">
                  <a:lumMod val="40000"/>
                  <a:lumOff val="6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171"/>
          <p:cNvSpPr/>
          <p:nvPr/>
        </p:nvSpPr>
        <p:spPr>
          <a:xfrm>
            <a:off x="1483401" y="6657558"/>
            <a:ext cx="13110119" cy="7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5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157470" y="1262380"/>
            <a:ext cx="1840484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Title Here</a:t>
            </a:r>
          </a:p>
        </p:txBody>
      </p:sp>
      <p:sp>
        <p:nvSpPr>
          <p:cNvPr id="34" name="Rectangle 171"/>
          <p:cNvSpPr/>
          <p:nvPr/>
        </p:nvSpPr>
        <p:spPr>
          <a:xfrm flipV="1">
            <a:off x="1440144" y="42032407"/>
            <a:ext cx="27360000" cy="5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91067" y="5626188"/>
            <a:ext cx="509942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sz="6600" dirty="0">
              <a:solidFill>
                <a:schemeClr val="bg1"/>
              </a:solidFill>
            </a:endParaRPr>
          </a:p>
        </p:txBody>
      </p:sp>
      <p:sp>
        <p:nvSpPr>
          <p:cNvPr id="16" name="箭头: V 形 15"/>
          <p:cNvSpPr/>
          <p:nvPr/>
        </p:nvSpPr>
        <p:spPr>
          <a:xfrm>
            <a:off x="1719184" y="5934486"/>
            <a:ext cx="335905" cy="515813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流程图: 手动输入 16"/>
          <p:cNvSpPr/>
          <p:nvPr/>
        </p:nvSpPr>
        <p:spPr>
          <a:xfrm rot="5400000">
            <a:off x="18786661" y="35637176"/>
            <a:ext cx="1160586" cy="6264186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248 w 10000"/>
              <a:gd name="connsiteY0-2" fmla="*/ 1542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248 w 10000"/>
              <a:gd name="connsiteY4-10" fmla="*/ 1542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248" y="1542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83" y="7181"/>
                  <a:pt x="165" y="4361"/>
                  <a:pt x="248" y="154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2">
                  <a:lumMod val="40000"/>
                  <a:lumOff val="6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ctangle 171"/>
          <p:cNvSpPr/>
          <p:nvPr/>
        </p:nvSpPr>
        <p:spPr>
          <a:xfrm>
            <a:off x="16234861" y="39287836"/>
            <a:ext cx="13110119" cy="7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5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942527" y="38256466"/>
            <a:ext cx="509942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21" name="箭头: V 形 20"/>
          <p:cNvSpPr/>
          <p:nvPr/>
        </p:nvSpPr>
        <p:spPr>
          <a:xfrm>
            <a:off x="16470644" y="38564764"/>
            <a:ext cx="335905" cy="515813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流程图: 手动输入 16"/>
          <p:cNvSpPr/>
          <p:nvPr/>
        </p:nvSpPr>
        <p:spPr>
          <a:xfrm rot="5400000">
            <a:off x="4035201" y="19077307"/>
            <a:ext cx="1160586" cy="6264186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248 w 10000"/>
              <a:gd name="connsiteY0-2" fmla="*/ 1542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248 w 10000"/>
              <a:gd name="connsiteY4-10" fmla="*/ 1542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248" y="1542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83" y="7181"/>
                  <a:pt x="165" y="4361"/>
                  <a:pt x="248" y="154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2">
                  <a:lumMod val="40000"/>
                  <a:lumOff val="6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ctangle 171"/>
          <p:cNvSpPr/>
          <p:nvPr/>
        </p:nvSpPr>
        <p:spPr>
          <a:xfrm>
            <a:off x="1483401" y="22727967"/>
            <a:ext cx="13110119" cy="7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5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191067" y="21696597"/>
            <a:ext cx="509942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CN" altLang="en-US" sz="6600" dirty="0">
              <a:solidFill>
                <a:schemeClr val="bg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1719184" y="22004895"/>
            <a:ext cx="335905" cy="515813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流程图: 手动输入 16"/>
          <p:cNvSpPr/>
          <p:nvPr/>
        </p:nvSpPr>
        <p:spPr>
          <a:xfrm rot="5400000">
            <a:off x="4043717" y="31257498"/>
            <a:ext cx="1160586" cy="6264186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248 w 10000"/>
              <a:gd name="connsiteY0-2" fmla="*/ 1542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248 w 10000"/>
              <a:gd name="connsiteY4-10" fmla="*/ 1542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248" y="1542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83" y="7181"/>
                  <a:pt x="165" y="4361"/>
                  <a:pt x="248" y="154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2">
                  <a:lumMod val="40000"/>
                  <a:lumOff val="6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Rectangle 171"/>
          <p:cNvSpPr/>
          <p:nvPr/>
        </p:nvSpPr>
        <p:spPr>
          <a:xfrm>
            <a:off x="1491917" y="34908158"/>
            <a:ext cx="13110119" cy="7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5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199583" y="33876788"/>
            <a:ext cx="5099421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1" name="箭头: V 形 30"/>
          <p:cNvSpPr/>
          <p:nvPr/>
        </p:nvSpPr>
        <p:spPr>
          <a:xfrm>
            <a:off x="1727700" y="34185086"/>
            <a:ext cx="335905" cy="515813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44" y="13287185"/>
            <a:ext cx="6545616" cy="36094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94" y="633943"/>
            <a:ext cx="4503383" cy="292082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042120" y="535305"/>
            <a:ext cx="8197850" cy="2602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6000" b="1" dirty="0">
                <a:solidFill>
                  <a:srgbClr val="ED6D00"/>
                </a:solidFill>
              </a:rPr>
              <a:t>BMEB215</a:t>
            </a:r>
          </a:p>
          <a:p>
            <a:pPr algn="ctr">
              <a:lnSpc>
                <a:spcPct val="120000"/>
              </a:lnSpc>
            </a:pPr>
            <a:r>
              <a:rPr lang="zh-CN" altLang="en-US" sz="4400" b="1" i="0" dirty="0">
                <a:solidFill>
                  <a:srgbClr val="10383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机器学习与医学工程应用</a:t>
            </a:r>
            <a:endParaRPr lang="en-US" altLang="zh-CN" sz="4400" b="1" i="0" dirty="0">
              <a:solidFill>
                <a:srgbClr val="10383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3200" dirty="0">
                <a:solidFill>
                  <a:srgbClr val="10383C"/>
                </a:solidFill>
                <a:latin typeface="Arial Black" panose="020B0A04020102020204" pitchFamily="34" charset="0"/>
              </a:rPr>
              <a:t>ML&amp;MEA (2026 spring)</a:t>
            </a:r>
          </a:p>
        </p:txBody>
      </p:sp>
      <p:sp>
        <p:nvSpPr>
          <p:cNvPr id="33" name="矩形 8"/>
          <p:cNvSpPr/>
          <p:nvPr/>
        </p:nvSpPr>
        <p:spPr>
          <a:xfrm>
            <a:off x="4709160" y="2726055"/>
            <a:ext cx="19730720" cy="768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7000"/>
              </a:lnSpc>
            </a:pPr>
            <a:r>
              <a:rPr lang="en-GB" altLang="zh-TW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zh-CN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irst</a:t>
            </a:r>
            <a:r>
              <a:rPr lang="en-US" altLang="zh-CN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Author (SUSTech ID)</a:t>
            </a:r>
            <a:r>
              <a:rPr lang="en-US" altLang="zh-CN" sz="44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TW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</a:t>
            </a:r>
            <a:r>
              <a:rPr lang="en-US" altLang="zh-CN" sz="4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econd</a:t>
            </a:r>
            <a:r>
              <a:rPr lang="en-US" altLang="zh-CN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Author(ID)</a:t>
            </a:r>
            <a:r>
              <a:rPr lang="en-US" altLang="zh-CN" sz="44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altLang="zh-TW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GB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Third (ID)</a:t>
            </a:r>
            <a:r>
              <a:rPr lang="en-US" altLang="en-GB" sz="44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altLang="zh-TW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Forth</a:t>
            </a:r>
            <a:r>
              <a:rPr lang="en-US" altLang="zh-CN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(ID)</a:t>
            </a:r>
            <a:r>
              <a:rPr lang="en-US" altLang="zh-CN" sz="4400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</a:t>
            </a:r>
            <a:endParaRPr lang="en-US" altLang="en-GB" sz="4400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矩形 8"/>
          <p:cNvSpPr/>
          <p:nvPr/>
        </p:nvSpPr>
        <p:spPr>
          <a:xfrm>
            <a:off x="4721860" y="3724275"/>
            <a:ext cx="19730720" cy="768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7000"/>
              </a:lnSpc>
            </a:pPr>
            <a:r>
              <a:rPr lang="en-US" altLang="zh-TW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Biomedical Engineering Dept., SUSTech</a:t>
            </a:r>
          </a:p>
        </p:txBody>
      </p:sp>
      <p:sp>
        <p:nvSpPr>
          <p:cNvPr id="38" name="矩形 8"/>
          <p:cNvSpPr/>
          <p:nvPr/>
        </p:nvSpPr>
        <p:spPr>
          <a:xfrm>
            <a:off x="4721860" y="4544695"/>
            <a:ext cx="19730720" cy="7689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7000"/>
              </a:lnSpc>
            </a:pPr>
            <a:r>
              <a:rPr lang="en-US" altLang="zh-TW" sz="4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Computer Science Dept., SUSTech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460" y="13283827"/>
            <a:ext cx="6545616" cy="3609440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1461773" y="6926543"/>
            <a:ext cx="13110119" cy="624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Lorem ipsum dolor sit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amet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consectetur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adipiscing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sed do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eiusmod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tempor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incididunt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exercitation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ullamco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laboris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nisi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aliquip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commodo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consequat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Duis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aute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irure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dolor in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reprehenderit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in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voluptate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esse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cillum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dolore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eu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fugiat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nulla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pariatur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Excepteur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sint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occaecat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cupidatat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non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proident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sunt in culpa qui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officia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deserunt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mollit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id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est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laborum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(Fig.-\ref{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IGSMap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}) Lorem ipsum dolor sit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amet.</a:t>
            </a:r>
            <a:endParaRPr lang="en-US" altLang="zh-CN" sz="4000" dirty="0"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40144" y="17075413"/>
            <a:ext cx="13153376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71A2"/>
                </a:solidFill>
              </a:rPr>
              <a:t>Fig1. </a:t>
            </a:r>
            <a:r>
              <a:rPr lang="zh-CN" altLang="en-US" sz="3200" dirty="0">
                <a:solidFill>
                  <a:srgbClr val="0071A2"/>
                </a:solidFill>
              </a:rPr>
              <a:t>Lorem ipsum dolor sit amet, consectetur adipiscing elit, sed do eiusmod tempor incididunt ut labore et dolore magna aliqua. Ut enim ad minim veniam, quis nostrud exercitation ullamco laboris nisi 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132413" y="18786079"/>
            <a:ext cx="13153376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aliquip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commodo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consequat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Duis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aute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irure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dolor in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reprehenderit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in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voluptate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esse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cillum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dolore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eu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fugiat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nulla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pariatur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Excepteur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sint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occaecat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cupidatat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non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proident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sunt in culpa qui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officia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deseru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464" y="23181101"/>
            <a:ext cx="5959312" cy="3286135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1132413" y="23148290"/>
            <a:ext cx="7079615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Lorem ipsum dolor sit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amet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consectetur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adipiscing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sed do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eiusmod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tempor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incididunt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exercitation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ullamco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laboris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nisi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aliquip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commodo</a:t>
            </a:r>
            <a:endParaRPr lang="zh-CN" altLang="en-US" sz="4000" dirty="0"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569342" y="26678443"/>
            <a:ext cx="6550802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71A2"/>
                </a:solidFill>
              </a:rPr>
              <a:t>Fig2. </a:t>
            </a:r>
            <a:r>
              <a:rPr lang="zh-CN" altLang="en-US" sz="3200" dirty="0">
                <a:solidFill>
                  <a:srgbClr val="0071A2"/>
                </a:solidFill>
              </a:rPr>
              <a:t>Lorem ipsum dolor sit amet, consectetur adipiscing elit, sed do eiusmod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1084788" y="28504245"/>
            <a:ext cx="13243874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exercitation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exercitation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exercitation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exercitation </a:t>
            </a:r>
            <a:endParaRPr lang="en-US" altLang="zh-CN" sz="4000" dirty="0">
              <a:latin typeface="Arial Regular" panose="020B0604020202020204" charset="0"/>
              <a:cs typeface="Arial Regular" panose="020B060402020202020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084788" y="35293621"/>
            <a:ext cx="13106104" cy="624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Fig3.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deserunt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mollit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id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est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laborum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(Fig.-\ref{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IGSMap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}) Lorem ipsum dolor sit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amet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consectetur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adipiscing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sed do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eiusmod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tempor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incididunt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exercitation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ullamco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laboris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nisi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aliquip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commodo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consequat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Duis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aute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irure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dolor in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reprehenderit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in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voluptate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esse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cillum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dolore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eu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fugiat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nulla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pariatur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Excepteur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sint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occaecat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cupidatat.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. Duis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aute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irure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dolor in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reprehenderit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in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voluptate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velit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esse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cillum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dolore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eu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fugiat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nulla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pariatur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. 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endParaRPr lang="zh-CN" altLang="en-US" sz="4000" dirty="0">
              <a:latin typeface="Arial Regular" panose="020B0604020202020204" charset="0"/>
              <a:cs typeface="Arial Regular" panose="020B0604020202020204" charset="0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3687" y="6324926"/>
            <a:ext cx="10938713" cy="6031919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17046926" y="12575764"/>
            <a:ext cx="11352235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71A2"/>
                </a:solidFill>
              </a:rPr>
              <a:t>Fig3. </a:t>
            </a:r>
            <a:r>
              <a:rPr lang="zh-CN" altLang="en-US" sz="3200" dirty="0">
                <a:solidFill>
                  <a:srgbClr val="0071A2"/>
                </a:solidFill>
              </a:rPr>
              <a:t>Lorem ipsum dolor sit amet, consectetur adipiscing elit, sed do eiusmod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6101060" y="13807440"/>
            <a:ext cx="12997180" cy="624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Lorem ipsum dolor sit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amet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consectetur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adipiscing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sed do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eiusmod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tempor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incididunt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exercitation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ullamco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laboris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nisi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aliquip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commodo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consequat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Duis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aute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irure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dolor in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reprehenderit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in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voluptate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esse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cillum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dolore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eu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fugiat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nulla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pariatur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Excepteur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sint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occaecat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cupidatat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non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proident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sunt in culpa qui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officia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deserunt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mollit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id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est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laborum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(Fig.-\ref{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IGSMap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}) Lorem ipsum dolor sit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amet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consectetur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adipiscing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sed do.</a:t>
            </a:r>
            <a:endParaRPr lang="zh-CN" altLang="en-US" sz="4000" dirty="0">
              <a:latin typeface="Arial Regular" panose="020B0604020202020204" charset="0"/>
              <a:cs typeface="Arial Regular" panose="020B0604020202020204" charset="0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8057" y="20374425"/>
            <a:ext cx="10725582" cy="5914392"/>
          </a:xfrm>
          <a:prstGeom prst="rect">
            <a:avLst/>
          </a:prstGeom>
        </p:spPr>
      </p:pic>
      <p:sp>
        <p:nvSpPr>
          <p:cNvPr id="55" name="流程图: 手动输入 16"/>
          <p:cNvSpPr/>
          <p:nvPr/>
        </p:nvSpPr>
        <p:spPr>
          <a:xfrm rot="5400000">
            <a:off x="18786661" y="28674086"/>
            <a:ext cx="1160586" cy="6264186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248 w 10000"/>
              <a:gd name="connsiteY0-2" fmla="*/ 1542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248 w 10000"/>
              <a:gd name="connsiteY4-10" fmla="*/ 1542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248" y="1542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83" y="7181"/>
                  <a:pt x="165" y="4361"/>
                  <a:pt x="248" y="154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99000">
                <a:schemeClr val="accent2">
                  <a:lumMod val="40000"/>
                  <a:lumOff val="6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Rectangle 171"/>
          <p:cNvSpPr/>
          <p:nvPr/>
        </p:nvSpPr>
        <p:spPr>
          <a:xfrm>
            <a:off x="16234861" y="32324746"/>
            <a:ext cx="13110119" cy="7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5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6942527" y="31293376"/>
            <a:ext cx="509942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6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58" name="箭头: V 形 57"/>
          <p:cNvSpPr/>
          <p:nvPr/>
        </p:nvSpPr>
        <p:spPr>
          <a:xfrm>
            <a:off x="16470644" y="31601674"/>
            <a:ext cx="335905" cy="515813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6053481" y="34088477"/>
            <a:ext cx="13243874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exercitation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exercitation </a:t>
            </a:r>
          </a:p>
          <a:p>
            <a:pPr marL="742950" indent="-742950" algn="just">
              <a:buFont typeface="+mj-lt"/>
              <a:buAutoNum type="arabicPeriod"/>
            </a:pP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labore et dolore magna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aliqua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. Ut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enim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ad minim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veniam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quis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nostrud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exercitation 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16300013" y="32705469"/>
            <a:ext cx="1275081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4000" dirty="0">
                <a:latin typeface="Arial Regular" panose="020B0604020202020204" charset="0"/>
                <a:cs typeface="Arial Regular" panose="020B0604020202020204" charset="0"/>
              </a:rPr>
              <a:t>Lorem ipsum dolor sit amet, consectetur adipiscing elit, sed do eiusmod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16101106" y="39763530"/>
            <a:ext cx="13243874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+mj-lt"/>
              <a:buNone/>
            </a:pPr>
            <a:r>
              <a:rPr lang="en-US" altLang="zh-CN" sz="3600" dirty="0"/>
              <a:t>[1]  Liu et al., Title of the paper, NeurIPS, 2024</a:t>
            </a:r>
          </a:p>
          <a:p>
            <a:pPr indent="0">
              <a:buFont typeface="+mj-lt"/>
              <a:buNone/>
            </a:pPr>
            <a:r>
              <a:rPr lang="en-US" altLang="zh-CN" sz="3600" dirty="0">
                <a:sym typeface="+mn-ea"/>
              </a:rPr>
              <a:t>[2]  Liu et al., Title of the paper, ICLR, 2024</a:t>
            </a:r>
            <a:endParaRPr lang="en-US" altLang="zh-CN" sz="3600" dirty="0"/>
          </a:p>
          <a:p>
            <a:pPr indent="0">
              <a:buFont typeface="+mj-lt"/>
              <a:buNone/>
            </a:pPr>
            <a:r>
              <a:rPr lang="en-US" altLang="zh-CN" sz="3600" dirty="0">
                <a:sym typeface="+mn-ea"/>
              </a:rPr>
              <a:t>[3]  Liu et al., Title of the paper, Nature methods, 2024</a:t>
            </a:r>
            <a:endParaRPr lang="en-US" altLang="zh-CN" sz="3600" dirty="0"/>
          </a:p>
        </p:txBody>
      </p:sp>
      <p:sp>
        <p:nvSpPr>
          <p:cNvPr id="5" name="文本框 51"/>
          <p:cNvSpPr txBox="1"/>
          <p:nvPr/>
        </p:nvSpPr>
        <p:spPr>
          <a:xfrm>
            <a:off x="17113601" y="26500044"/>
            <a:ext cx="11352235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71A2"/>
                </a:solidFill>
              </a:rPr>
              <a:t>Fig4. </a:t>
            </a:r>
            <a:r>
              <a:rPr lang="zh-CN" altLang="en-US" sz="3200" dirty="0">
                <a:solidFill>
                  <a:srgbClr val="0071A2"/>
                </a:solidFill>
              </a:rPr>
              <a:t>Lorem ipsum dolor sit amet, consectetur adipiscing elit, sed do eiusmod</a:t>
            </a:r>
          </a:p>
        </p:txBody>
      </p:sp>
      <p:sp>
        <p:nvSpPr>
          <p:cNvPr id="2" name="文本框 52"/>
          <p:cNvSpPr txBox="1"/>
          <p:nvPr/>
        </p:nvSpPr>
        <p:spPr>
          <a:xfrm>
            <a:off x="16101060" y="27695525"/>
            <a:ext cx="1299718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Lorem ipsum dolor sit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amet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consectetur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adipiscing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, sed do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eiusmod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tempor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incididunt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</a:rPr>
              <a:t>ut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</a:rPr>
              <a:t> labo. 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Lorem ipsum dolor sit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amet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consectetur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adipiscing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, sed do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eiusmod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tempor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incididunt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ut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labo. Lorem ipsum dolor sit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amet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,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consectetur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adipiscing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 </a:t>
            </a:r>
            <a:r>
              <a:rPr lang="en-US" altLang="zh-CN" sz="4000" dirty="0" err="1">
                <a:latin typeface="Arial Regular" panose="020B0604020202020204" charset="0"/>
                <a:cs typeface="Arial Regular" panose="020B0604020202020204" charset="0"/>
                <a:sym typeface="+mn-ea"/>
              </a:rPr>
              <a:t>elit</a:t>
            </a:r>
            <a:r>
              <a:rPr lang="en-US" altLang="zh-CN" sz="4000" dirty="0">
                <a:latin typeface="Arial Regular" panose="020B0604020202020204" charset="0"/>
                <a:cs typeface="Arial Regular" panose="020B0604020202020204" charset="0"/>
                <a:sym typeface="+mn-ea"/>
              </a:rPr>
              <a:t>.</a:t>
            </a:r>
            <a:endParaRPr lang="zh-CN" altLang="en-US" sz="4000" dirty="0">
              <a:latin typeface="Arial Regular" panose="020B0604020202020204" charset="0"/>
              <a:cs typeface="Arial Regular" panose="020B0604020202020204" charset="0"/>
            </a:endParaRPr>
          </a:p>
          <a:p>
            <a:pPr algn="just"/>
            <a:endParaRPr lang="zh-CN" altLang="en-US" sz="4000" dirty="0">
              <a:latin typeface="Arial Regular" panose="020B0604020202020204" charset="0"/>
              <a:cs typeface="Arial Regular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57150" cap="flat" cmpd="sng" algn="ctr">
          <a:solidFill>
            <a:sysClr val="windowText" lastClr="000000"/>
          </a:solidFill>
          <a:prstDash val="solid"/>
          <a:miter lim="800000"/>
          <a:headEnd type="triangle" w="lg" len="lg"/>
          <a:tailEnd type="none" w="lg" len="lg"/>
        </a:ln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709</Words>
  <Application>Microsoft Macintosh PowerPoint</Application>
  <PresentationFormat>自定义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微软雅黑</vt:lpstr>
      <vt:lpstr>Arial Regular</vt:lpstr>
      <vt:lpstr>Arial</vt:lpstr>
      <vt:lpstr>Arial Black</vt:lpstr>
      <vt:lpstr>Calibri</vt:lpstr>
      <vt:lpstr>Calibri Light</vt:lpstr>
      <vt:lpstr>Times New Roman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boss</dc:creator>
  <cp:lastModifiedBy>kkkk k</cp:lastModifiedBy>
  <cp:revision>145</cp:revision>
  <dcterms:created xsi:type="dcterms:W3CDTF">2024-12-02T09:17:00Z</dcterms:created>
  <dcterms:modified xsi:type="dcterms:W3CDTF">2026-05-22T12:07:00Z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85A8DC650A4144BD841E330055E0301D_12</vt:lpwstr>
  </property>
  <property fmtid="{D5CDD505-2E9C-101B-9397-08002B2CF9AE}" pid="3" name="KSOProductBuildVer">
    <vt:lpwstr>2052-12.1.0.20784</vt:lpwstr>
  </property>
</Properties>
</file>