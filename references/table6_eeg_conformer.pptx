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Table 6: EEG Conformer Reproduction on BCICIV2a (Per-Subject Accuracy 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2984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S09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EEG Conformer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61.46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93.40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65.28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92.36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88.89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EEG Conformer w/o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75.34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42.01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28.47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47.91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58.68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76.04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83.68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63.73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