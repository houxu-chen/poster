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7373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1: Evolution of EEG Decoding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5029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Representative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Key Value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Deep learning for EEG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EEGNet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Compact, domain-aware deep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Efficient spatio-temporal feature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Global temporal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 Conformer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CNN frontend + Transformer 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Long-range dependency + attention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Large-scale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CBraMod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Criss-cross attention + masked EEG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Universal representations via LP /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2: CBraMod Reproduction Results Across 8 Downstream Tasks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1371600"/>
                <a:gridCol w="1005840"/>
                <a:gridCol w="1005840"/>
                <a:gridCol w="1005840"/>
                <a:gridCol w="10058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BCIC2A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session T/E+CAR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0.5138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Matched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0.5509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0.7865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Reproduced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0.3927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0.4091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0.1700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matches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0.8008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0.9560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exceeds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0.6671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155448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2286000"/>
                <a:gridCol w="22860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Matched / Reproduced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8 datasets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482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6/8 on or near ref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3: Original EEGNet Performance on Motor Imagery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2103120"/>
                <a:gridCol w="2103120"/>
                <a:gridCol w="2103120"/>
                <a:gridCol w="5303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Classes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Kappa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79.17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val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77.72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full test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55.95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 MI (22ch)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4: NeuroGate - Linear Probing with Frozen Backbone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114800"/>
                <a:gridCol w="18288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CBraMod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NeuroGate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Gain Level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HMC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0.6149 +- 0.0256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0.6922 +- 0.0172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0.5962 +- 0.0579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0.6934 +- 0.0156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0.8907 +- 0.0477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0.9062 +- 0.1101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(clinical)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0.2719 +- 0.0176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0.2875 +- 0.0083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(motor imagery)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Neural priors most helpful where frozen embeddings lack spectral structure (sleep staging &gt;&gt; motor imagery).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5: NeuroGate - Fine-Tuning Summary on Selected-12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 Strength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channel-gated fusion mean gain (vs. backbone-only)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+0.0389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frozen backbone)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gated fusion positive rate (dataset-backbone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40 /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83% positive)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CBraMod flatten-FT gated fusion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+0.0078 BA (9/12 positive)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FT best-of-gated/logit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+0.0097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Primary evidence: LP (frozen backbone). FT gains are smaller but consistently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6: EEG Conformer Reproduction on BCICIV2a (Per-Subject Accuracy 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2527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105156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S01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S02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S03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S04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S05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S06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S07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S08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S09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52.08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w/o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28.47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47.91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76.04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-14.93 pp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Self-attention is critical: removing Transformer drops accuracy by ~15 pp on average. Largest gap at S04 (78.13 -&gt; 28.47).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