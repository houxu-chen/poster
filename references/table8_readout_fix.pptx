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2024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828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</a:rPr>
              <a:t>Table 8: CBraMod Downstream Readout Fix — Before vs After Preserving Channel-Patch Structure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2527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37160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Before Fix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After Fix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Paper Ref.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Explanation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SHU-MI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0.5499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0.6380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0.6370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+0.0881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Reached paper after preserving channel-patch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Physionet-MI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0.5594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0.6181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0.6417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+0.0587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Significantly narrowed the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MDD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0.9098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0.9674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0.9560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+0.0576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Best seed exceeds paper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716000" y="731520"/>
            <a:ext cx="5029200" cy="4617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0" y="868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Readout Fix Impact</a:t>
            </a:r>
          </a:p>
        </p:txBody>
      </p:sp>
      <p:sp>
        <p:nvSpPr>
          <p:cNvPr id="6" name="Oval 5"/>
          <p:cNvSpPr/>
          <p:nvPr/>
        </p:nvSpPr>
        <p:spPr>
          <a:xfrm>
            <a:off x="14081760" y="1380744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9324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SHU-MI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+0.0881 -&gt; reached paper</a:t>
            </a:r>
          </a:p>
        </p:txBody>
      </p:sp>
      <p:sp>
        <p:nvSpPr>
          <p:cNvPr id="9" name="Oval 8"/>
          <p:cNvSpPr/>
          <p:nvPr/>
        </p:nvSpPr>
        <p:spPr>
          <a:xfrm>
            <a:off x="14081760" y="1883664"/>
            <a:ext cx="256032" cy="256032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9324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Physionet-MI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C40F"/>
                </a:solidFill>
              </a:rPr>
              <a:t>+0.0587 -&gt; gap narrowed</a:t>
            </a:r>
          </a:p>
        </p:txBody>
      </p:sp>
      <p:sp>
        <p:nvSpPr>
          <p:cNvPr id="12" name="Oval 11"/>
          <p:cNvSpPr/>
          <p:nvPr/>
        </p:nvSpPr>
        <p:spPr>
          <a:xfrm>
            <a:off x="14081760" y="2386584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9324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MDD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+0.0576 -&gt; exceeded paper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60" y="2971800"/>
            <a:ext cx="429768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After fix: 2/3 at or above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All 3 improved significantly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0" y="4343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45A32"/>
                </a:solidFill>
              </a:rPr>
              <a:t>Preserving channel-patch structure is critical for MI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