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Table 7: CBraMod Reproduction — Traffic-Light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96012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914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BCIC2A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914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5A32"/>
                </a:solidFill>
              </a:defRPr>
            </a:pPr>
            <a:r>
              <a:t>Matched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417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FACED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48200"/>
                </a:solidFill>
              </a:defRPr>
            </a:pPr>
            <a:r>
              <a:t>Close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ISRUC-S1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5A32"/>
                </a:solidFill>
              </a:defRPr>
            </a:pPr>
            <a:r>
              <a:t>Reproduced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423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Physionet-MI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23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48200"/>
                </a:solidFill>
              </a:defRPr>
            </a:pPr>
            <a:r>
              <a:t>Close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926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SEED-V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26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48200"/>
                </a:solidFill>
              </a:defRPr>
            </a:pPr>
            <a:r>
              <a:t>Close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429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SHU-MI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429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5A32"/>
                </a:solidFill>
              </a:defRPr>
            </a:pPr>
            <a:r>
              <a:t>Best matches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97764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3931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MDD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31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5A32"/>
                </a:solidFill>
              </a:defRPr>
            </a:pPr>
            <a:r>
              <a:t>Best exceeds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480560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4348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TUEV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34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74C3C"/>
                </a:solidFill>
              </a:defRPr>
            </a:pPr>
            <a:r>
              <a:t>Below Ref.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914400"/>
            <a:ext cx="36576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0972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● Matched / Reproduced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1C40F"/>
                </a:solidFill>
              </a:defRPr>
            </a:pPr>
            <a:r>
              <a:t>● 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● Below Ref.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6576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45A32"/>
                </a:solidFill>
              </a:defRPr>
            </a:pPr>
            <a:r>
              <a:t>6 / 8 on or near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